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HOW TO TALK TO THE HUB AND SPOKE
- The hub is Tier A: the online product with published content held at the edge and entitlements cached. Everything else is a spoke.
- Solid edges are synchronous and in the product's critical path: authoring publishes content in; identity answers "who is this"; third-party systems read through APIs and standards. Each of these is built to the product's standard (cross-cutting inherits A's posture).
- Dashed edges are asynchronous events through the service bus: orders, licence changes, usage, invoices. An outage in CRM, shop, finance or reporting never stops the product; events are replayed when they recover.
- The outer ring is cross-cutting: identity, security, observability, standards. Judged on risk and reputational damage as well as the tiers they serve.
- The "AI-assisted process" marker on the commodity cluster is where human steps soften: order handling, enterprise pricing, reconciliation, support.
WHAT THIS CHANGES FROM THE PROPOSAL
- The proposal shows three order-capture paths (web shop, internal shop with manual pricing, finance for non-e-commerce subscriptions). Here they are one commodity cluster behind the bus; whether they become one order flow is a Gate 2 question, not a decision today.
- The proposal places the service bus in the API layer. Here it is on the spoke side only; it must never be in the hub's read path.
ASSUMPTIONS
- Third-party embedded delivery (APIs into clinical and institutional systems) sits in Tier A with the same posture.
- Entitlement grace behaviour — serve content when identity or CRM are unavailable, reconcile later — is the ethical default to agree.
THE FIVE KINDS OF PROTECTION (names only on the slide; backup slides A1 and A2 carry the detail)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FIVE NINES
- 99.999% is roughly five minutes of unavailability a year. It is our position argued from the nature of the content; the source states no SLA. The slide frames it as the board's risk-appetite decision, which the Gate 2 assessment would size.
[PROMPT] Life-critical availability example (clinical or health-information system you ran). [PROMPT] Vendor-proposal example (a design you inherited, kept the direction, changed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bubbles.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for 'how' questions on availability.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for questions on publishing, rollback, regions and the event backbone.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2026-10-15T00:51:10Z</dcterms:created>
  <dcterms:modified xsi:type="dcterms:W3CDTF">2026-10-15T00:51:10Z</dcterms:modified>
</cp:coreProperties>
</file>